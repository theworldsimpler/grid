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20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rid_raster_slides/slid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rid_raster_slides/slide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rid_raster_slides/slide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rid_raster_slides/slide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rid_raster_slides/slide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rid_raster_slides/slide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rid_raster_slides/slide_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rid_raster_slides/slide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rid_raster_slides/slide_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rid_raster_slides/slid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rid_raster_slides/slide_11_fix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rid_raster_slides/slide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rid_raster_slides/slide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id_slide14_matched_16x9_no_stret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 Display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Grid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 pitch deck</dc:title>
  <dc:subject>Grid IDEaS pitch deck</dc:subject>
  <dc:creator>OpenAI</dc:creator>
  <cp:lastModifiedBy>OpenAI</cp:lastModifiedBy>
  <cp:revision>1</cp:revision>
  <dcterms:created xsi:type="dcterms:W3CDTF">2026-07-13T15:35:07Z</dcterms:created>
  <dcterms:modified xsi:type="dcterms:W3CDTF">2026-07-13T15:35:07Z</dcterms:modified>
</cp:coreProperties>
</file>